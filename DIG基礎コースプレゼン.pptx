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410" r:id="rId5"/>
    <p:sldId id="412" r:id="rId6"/>
    <p:sldId id="411" r:id="rId7"/>
    <p:sldId id="404" r:id="rId8"/>
    <p:sldId id="398" r:id="rId9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作成者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5BAF19-0BC9-40B3-ABA8-D6CA4456957B}" v="10" dt="2024-12-04T00:05:36.702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5273" autoAdjust="0"/>
  </p:normalViewPr>
  <p:slideViewPr>
    <p:cSldViewPr snapToGrid="0">
      <p:cViewPr varScale="1">
        <p:scale>
          <a:sx n="78" d="100"/>
          <a:sy n="78" d="100"/>
        </p:scale>
        <p:origin x="100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ukuda, Momoko/福田 桃子" userId="6a47d5a2-2b16-4b57-b064-c88e4d3f6c89" providerId="ADAL" clId="{405BAF19-0BC9-40B3-ABA8-D6CA4456957B}"/>
    <pc:docChg chg="undo custSel addSld delSld modSld sldOrd">
      <pc:chgData name="Fukuda, Momoko/福田 桃子" userId="6a47d5a2-2b16-4b57-b064-c88e4d3f6c89" providerId="ADAL" clId="{405BAF19-0BC9-40B3-ABA8-D6CA4456957B}" dt="2024-12-04T01:09:47.474" v="3093" actId="14100"/>
      <pc:docMkLst>
        <pc:docMk/>
      </pc:docMkLst>
      <pc:sldChg chg="del ord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3346685798" sldId="383"/>
        </pc:sldMkLst>
      </pc:sldChg>
      <pc:sldChg chg="del ord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1440871986" sldId="389"/>
        </pc:sldMkLst>
      </pc:sldChg>
      <pc:sldChg chg="addSp delSp modSp del mod">
        <pc:chgData name="Fukuda, Momoko/福田 桃子" userId="6a47d5a2-2b16-4b57-b064-c88e4d3f6c89" providerId="ADAL" clId="{405BAF19-0BC9-40B3-ABA8-D6CA4456957B}" dt="2024-12-03T01:11:07.636" v="2796" actId="2696"/>
        <pc:sldMkLst>
          <pc:docMk/>
          <pc:sldMk cId="3200312026" sldId="391"/>
        </pc:sldMkLst>
        <pc:spChg chg="mod">
          <ac:chgData name="Fukuda, Momoko/福田 桃子" userId="6a47d5a2-2b16-4b57-b064-c88e4d3f6c89" providerId="ADAL" clId="{405BAF19-0BC9-40B3-ABA8-D6CA4456957B}" dt="2024-12-02T09:48:35.502" v="43" actId="20577"/>
          <ac:spMkLst>
            <pc:docMk/>
            <pc:sldMk cId="3200312026" sldId="391"/>
            <ac:spMk id="3" creationId="{545D3755-C3E2-975E-DE68-CDECC4B526EC}"/>
          </ac:spMkLst>
        </pc:spChg>
        <pc:spChg chg="mod">
          <ac:chgData name="Fukuda, Momoko/福田 桃子" userId="6a47d5a2-2b16-4b57-b064-c88e4d3f6c89" providerId="ADAL" clId="{405BAF19-0BC9-40B3-ABA8-D6CA4456957B}" dt="2024-12-02T23:40:17.157" v="1904" actId="27636"/>
          <ac:spMkLst>
            <pc:docMk/>
            <pc:sldMk cId="3200312026" sldId="391"/>
            <ac:spMk id="7" creationId="{F70BD87D-F7DA-961B-4024-A354DC87D168}"/>
          </ac:spMkLst>
        </pc:spChg>
        <pc:picChg chg="add del mod">
          <ac:chgData name="Fukuda, Momoko/福田 桃子" userId="6a47d5a2-2b16-4b57-b064-c88e4d3f6c89" providerId="ADAL" clId="{405BAF19-0BC9-40B3-ABA8-D6CA4456957B}" dt="2024-12-02T10:09:40.026" v="1238" actId="478"/>
          <ac:picMkLst>
            <pc:docMk/>
            <pc:sldMk cId="3200312026" sldId="391"/>
            <ac:picMk id="4" creationId="{9C77A7BF-23EE-3D72-E20C-D6B6C38F432E}"/>
          </ac:picMkLst>
        </pc:picChg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2039059756" sldId="397"/>
        </pc:sldMkLst>
      </pc:sldChg>
      <pc:sldChg chg="delSp modSp mod">
        <pc:chgData name="Fukuda, Momoko/福田 桃子" userId="6a47d5a2-2b16-4b57-b064-c88e4d3f6c89" providerId="ADAL" clId="{405BAF19-0BC9-40B3-ABA8-D6CA4456957B}" dt="2024-12-03T00:57:08.482" v="2795" actId="14100"/>
        <pc:sldMkLst>
          <pc:docMk/>
          <pc:sldMk cId="4261132419" sldId="398"/>
        </pc:sldMkLst>
        <pc:spChg chg="mod">
          <ac:chgData name="Fukuda, Momoko/福田 桃子" userId="6a47d5a2-2b16-4b57-b064-c88e4d3f6c89" providerId="ADAL" clId="{405BAF19-0BC9-40B3-ABA8-D6CA4456957B}" dt="2024-12-03T00:57:08.482" v="2795" actId="14100"/>
          <ac:spMkLst>
            <pc:docMk/>
            <pc:sldMk cId="4261132419" sldId="398"/>
            <ac:spMk id="2" creationId="{F810C1B7-6E4E-3DEE-50C0-1CA3B14303EE}"/>
          </ac:spMkLst>
        </pc:spChg>
        <pc:spChg chg="del mod">
          <ac:chgData name="Fukuda, Momoko/福田 桃子" userId="6a47d5a2-2b16-4b57-b064-c88e4d3f6c89" providerId="ADAL" clId="{405BAF19-0BC9-40B3-ABA8-D6CA4456957B}" dt="2024-12-02T10:46:53.870" v="1624" actId="478"/>
          <ac:spMkLst>
            <pc:docMk/>
            <pc:sldMk cId="4261132419" sldId="398"/>
            <ac:spMk id="3" creationId="{8BE734F0-2DDD-AF70-F13D-F9E4C1929411}"/>
          </ac:spMkLst>
        </pc:spChg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752428618" sldId="403"/>
        </pc:sldMkLst>
      </pc:sldChg>
      <pc:sldChg chg="addSp delSp modSp mod ord">
        <pc:chgData name="Fukuda, Momoko/福田 桃子" userId="6a47d5a2-2b16-4b57-b064-c88e4d3f6c89" providerId="ADAL" clId="{405BAF19-0BC9-40B3-ABA8-D6CA4456957B}" dt="2024-12-04T01:06:43.071" v="3015" actId="20577"/>
        <pc:sldMkLst>
          <pc:docMk/>
          <pc:sldMk cId="1850768898" sldId="404"/>
        </pc:sldMkLst>
        <pc:spChg chg="mod">
          <ac:chgData name="Fukuda, Momoko/福田 桃子" userId="6a47d5a2-2b16-4b57-b064-c88e4d3f6c89" providerId="ADAL" clId="{405BAF19-0BC9-40B3-ABA8-D6CA4456957B}" dt="2024-12-04T01:06:43.071" v="3015" actId="20577"/>
          <ac:spMkLst>
            <pc:docMk/>
            <pc:sldMk cId="1850768898" sldId="404"/>
            <ac:spMk id="2" creationId="{F0759DC4-8B30-98A0-5BAB-C78BA4A4AD55}"/>
          </ac:spMkLst>
        </pc:spChg>
        <pc:spChg chg="mod">
          <ac:chgData name="Fukuda, Momoko/福田 桃子" userId="6a47d5a2-2b16-4b57-b064-c88e4d3f6c89" providerId="ADAL" clId="{405BAF19-0BC9-40B3-ABA8-D6CA4456957B}" dt="2024-12-03T02:40:33.659" v="2909" actId="5793"/>
          <ac:spMkLst>
            <pc:docMk/>
            <pc:sldMk cId="1850768898" sldId="404"/>
            <ac:spMk id="3" creationId="{4096FB3A-B62C-3DAB-4FD1-B4EBDD650AEF}"/>
          </ac:spMkLst>
        </pc:spChg>
        <pc:spChg chg="del mod">
          <ac:chgData name="Fukuda, Momoko/福田 桃子" userId="6a47d5a2-2b16-4b57-b064-c88e4d3f6c89" providerId="ADAL" clId="{405BAF19-0BC9-40B3-ABA8-D6CA4456957B}" dt="2024-12-02T10:11:52.743" v="1326" actId="478"/>
          <ac:spMkLst>
            <pc:docMk/>
            <pc:sldMk cId="1850768898" sldId="404"/>
            <ac:spMk id="4" creationId="{43E198AA-251D-4446-30C4-8F2FA7F6A72C}"/>
          </ac:spMkLst>
        </pc:spChg>
        <pc:spChg chg="add del mod">
          <ac:chgData name="Fukuda, Momoko/福田 桃子" userId="6a47d5a2-2b16-4b57-b064-c88e4d3f6c89" providerId="ADAL" clId="{405BAF19-0BC9-40B3-ABA8-D6CA4456957B}" dt="2024-12-02T10:11:56.963" v="1328" actId="478"/>
          <ac:spMkLst>
            <pc:docMk/>
            <pc:sldMk cId="1850768898" sldId="404"/>
            <ac:spMk id="6" creationId="{B14F4455-F7DD-9384-6EAE-23B94C5D034B}"/>
          </ac:spMkLst>
        </pc:spChg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4127695141" sldId="405"/>
        </pc:sldMkLst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298364507" sldId="406"/>
        </pc:sldMkLst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3088225330" sldId="407"/>
        </pc:sldMkLst>
      </pc:sldChg>
      <pc:sldChg chg="del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888484295" sldId="408"/>
        </pc:sldMkLst>
      </pc:sldChg>
      <pc:sldChg chg="del ord">
        <pc:chgData name="Fukuda, Momoko/福田 桃子" userId="6a47d5a2-2b16-4b57-b064-c88e4d3f6c89" providerId="ADAL" clId="{405BAF19-0BC9-40B3-ABA8-D6CA4456957B}" dt="2024-12-02T10:46:46.095" v="1622" actId="2696"/>
        <pc:sldMkLst>
          <pc:docMk/>
          <pc:sldMk cId="2249372667" sldId="409"/>
        </pc:sldMkLst>
      </pc:sldChg>
      <pc:sldChg chg="modSp mod">
        <pc:chgData name="Fukuda, Momoko/福田 桃子" userId="6a47d5a2-2b16-4b57-b064-c88e4d3f6c89" providerId="ADAL" clId="{405BAF19-0BC9-40B3-ABA8-D6CA4456957B}" dt="2024-12-03T08:12:10.456" v="2941" actId="20577"/>
        <pc:sldMkLst>
          <pc:docMk/>
          <pc:sldMk cId="3390304222" sldId="410"/>
        </pc:sldMkLst>
        <pc:spChg chg="mod">
          <ac:chgData name="Fukuda, Momoko/福田 桃子" userId="6a47d5a2-2b16-4b57-b064-c88e4d3f6c89" providerId="ADAL" clId="{405BAF19-0BC9-40B3-ABA8-D6CA4456957B}" dt="2024-12-02T09:55:35.850" v="687" actId="20577"/>
          <ac:spMkLst>
            <pc:docMk/>
            <pc:sldMk cId="3390304222" sldId="410"/>
            <ac:spMk id="2" creationId="{7AB1D9D6-2977-ABCD-FDF8-51AFA5064E54}"/>
          </ac:spMkLst>
        </pc:spChg>
        <pc:spChg chg="mod">
          <ac:chgData name="Fukuda, Momoko/福田 桃子" userId="6a47d5a2-2b16-4b57-b064-c88e4d3f6c89" providerId="ADAL" clId="{405BAF19-0BC9-40B3-ABA8-D6CA4456957B}" dt="2024-12-03T08:12:10.456" v="2941" actId="20577"/>
          <ac:spMkLst>
            <pc:docMk/>
            <pc:sldMk cId="3390304222" sldId="410"/>
            <ac:spMk id="3" creationId="{96C31154-5599-CD5A-29D0-664B3B45986D}"/>
          </ac:spMkLst>
        </pc:spChg>
      </pc:sldChg>
      <pc:sldChg chg="add del">
        <pc:chgData name="Fukuda, Momoko/福田 桃子" userId="6a47d5a2-2b16-4b57-b064-c88e4d3f6c89" providerId="ADAL" clId="{405BAF19-0BC9-40B3-ABA8-D6CA4456957B}" dt="2024-12-02T09:55:22.898" v="669" actId="2696"/>
        <pc:sldMkLst>
          <pc:docMk/>
          <pc:sldMk cId="3156159958" sldId="411"/>
        </pc:sldMkLst>
      </pc:sldChg>
      <pc:sldChg chg="addSp delSp modSp add mod">
        <pc:chgData name="Fukuda, Momoko/福田 桃子" userId="6a47d5a2-2b16-4b57-b064-c88e4d3f6c89" providerId="ADAL" clId="{405BAF19-0BC9-40B3-ABA8-D6CA4456957B}" dt="2024-12-04T00:05:56.580" v="2978" actId="1076"/>
        <pc:sldMkLst>
          <pc:docMk/>
          <pc:sldMk cId="3577381485" sldId="411"/>
        </pc:sldMkLst>
        <pc:spChg chg="add mod">
          <ac:chgData name="Fukuda, Momoko/福田 桃子" userId="6a47d5a2-2b16-4b57-b064-c88e4d3f6c89" providerId="ADAL" clId="{405BAF19-0BC9-40B3-ABA8-D6CA4456957B}" dt="2024-12-04T00:05:00.653" v="2957" actId="1038"/>
          <ac:spMkLst>
            <pc:docMk/>
            <pc:sldMk cId="3577381485" sldId="411"/>
            <ac:spMk id="2" creationId="{518059A1-B7F6-4DDC-775B-051FE7928902}"/>
          </ac:spMkLst>
        </pc:spChg>
        <pc:spChg chg="del">
          <ac:chgData name="Fukuda, Momoko/福田 桃子" userId="6a47d5a2-2b16-4b57-b064-c88e4d3f6c89" providerId="ADAL" clId="{405BAF19-0BC9-40B3-ABA8-D6CA4456957B}" dt="2024-12-02T10:01:32.506" v="1046" actId="478"/>
          <ac:spMkLst>
            <pc:docMk/>
            <pc:sldMk cId="3577381485" sldId="411"/>
            <ac:spMk id="3" creationId="{545D3755-C3E2-975E-DE68-CDECC4B526EC}"/>
          </ac:spMkLst>
        </pc:spChg>
        <pc:spChg chg="add mod">
          <ac:chgData name="Fukuda, Momoko/福田 桃子" userId="6a47d5a2-2b16-4b57-b064-c88e4d3f6c89" providerId="ADAL" clId="{405BAF19-0BC9-40B3-ABA8-D6CA4456957B}" dt="2024-12-04T00:05:08.748" v="2961" actId="1076"/>
          <ac:spMkLst>
            <pc:docMk/>
            <pc:sldMk cId="3577381485" sldId="411"/>
            <ac:spMk id="3" creationId="{82E80AC1-08DB-DD0C-16CA-8B4993FAEE83}"/>
          </ac:spMkLst>
        </pc:spChg>
        <pc:spChg chg="add mod">
          <ac:chgData name="Fukuda, Momoko/福田 桃子" userId="6a47d5a2-2b16-4b57-b064-c88e4d3f6c89" providerId="ADAL" clId="{405BAF19-0BC9-40B3-ABA8-D6CA4456957B}" dt="2024-12-04T00:05:15.719" v="2967" actId="1036"/>
          <ac:spMkLst>
            <pc:docMk/>
            <pc:sldMk cId="3577381485" sldId="411"/>
            <ac:spMk id="4" creationId="{51412A77-82E5-00CB-31C8-733BCFDA3F97}"/>
          </ac:spMkLst>
        </pc:spChg>
        <pc:spChg chg="add del mod">
          <ac:chgData name="Fukuda, Momoko/福田 桃子" userId="6a47d5a2-2b16-4b57-b064-c88e4d3f6c89" providerId="ADAL" clId="{405BAF19-0BC9-40B3-ABA8-D6CA4456957B}" dt="2024-12-02T10:01:33.657" v="1047" actId="478"/>
          <ac:spMkLst>
            <pc:docMk/>
            <pc:sldMk cId="3577381485" sldId="411"/>
            <ac:spMk id="5" creationId="{EBA4B62C-8CD5-F493-E7E9-A1CB0434C9FF}"/>
          </ac:spMkLst>
        </pc:spChg>
        <pc:spChg chg="del">
          <ac:chgData name="Fukuda, Momoko/福田 桃子" userId="6a47d5a2-2b16-4b57-b064-c88e4d3f6c89" providerId="ADAL" clId="{405BAF19-0BC9-40B3-ABA8-D6CA4456957B}" dt="2024-12-02T10:01:36.236" v="1048" actId="478"/>
          <ac:spMkLst>
            <pc:docMk/>
            <pc:sldMk cId="3577381485" sldId="411"/>
            <ac:spMk id="7" creationId="{F70BD87D-F7DA-961B-4024-A354DC87D168}"/>
          </ac:spMkLst>
        </pc:spChg>
        <pc:spChg chg="add del mod">
          <ac:chgData name="Fukuda, Momoko/福田 桃子" userId="6a47d5a2-2b16-4b57-b064-c88e4d3f6c89" providerId="ADAL" clId="{405BAF19-0BC9-40B3-ABA8-D6CA4456957B}" dt="2024-12-02T10:02:03.764" v="1054" actId="478"/>
          <ac:spMkLst>
            <pc:docMk/>
            <pc:sldMk cId="3577381485" sldId="411"/>
            <ac:spMk id="8" creationId="{D0E85741-910F-369A-5652-2DF97AAC6C30}"/>
          </ac:spMkLst>
        </pc:spChg>
        <pc:spChg chg="add mod">
          <ac:chgData name="Fukuda, Momoko/福田 桃子" userId="6a47d5a2-2b16-4b57-b064-c88e4d3f6c89" providerId="ADAL" clId="{405BAF19-0BC9-40B3-ABA8-D6CA4456957B}" dt="2024-12-02T10:13:11.308" v="1352" actId="1076"/>
          <ac:spMkLst>
            <pc:docMk/>
            <pc:sldMk cId="3577381485" sldId="411"/>
            <ac:spMk id="15" creationId="{B22934DC-0942-53B2-3E47-3B2E611ACE42}"/>
          </ac:spMkLst>
        </pc:spChg>
        <pc:spChg chg="add mod">
          <ac:chgData name="Fukuda, Momoko/福田 桃子" userId="6a47d5a2-2b16-4b57-b064-c88e4d3f6c89" providerId="ADAL" clId="{405BAF19-0BC9-40B3-ABA8-D6CA4456957B}" dt="2024-12-02T10:13:22.650" v="1354" actId="1076"/>
          <ac:spMkLst>
            <pc:docMk/>
            <pc:sldMk cId="3577381485" sldId="411"/>
            <ac:spMk id="16" creationId="{EC0893FF-BE30-9859-9EB0-6F87490B6184}"/>
          </ac:spMkLst>
        </pc:spChg>
        <pc:spChg chg="add mod">
          <ac:chgData name="Fukuda, Momoko/福田 桃子" userId="6a47d5a2-2b16-4b57-b064-c88e4d3f6c89" providerId="ADAL" clId="{405BAF19-0BC9-40B3-ABA8-D6CA4456957B}" dt="2024-12-02T10:08:04.093" v="1157" actId="20577"/>
          <ac:spMkLst>
            <pc:docMk/>
            <pc:sldMk cId="3577381485" sldId="411"/>
            <ac:spMk id="17" creationId="{CBD200EC-63AE-4BCF-8178-BCBA36E4EBFA}"/>
          </ac:spMkLst>
        </pc:spChg>
        <pc:spChg chg="add mod">
          <ac:chgData name="Fukuda, Momoko/福田 桃子" userId="6a47d5a2-2b16-4b57-b064-c88e4d3f6c89" providerId="ADAL" clId="{405BAF19-0BC9-40B3-ABA8-D6CA4456957B}" dt="2024-12-02T10:17:29.017" v="1586" actId="20577"/>
          <ac:spMkLst>
            <pc:docMk/>
            <pc:sldMk cId="3577381485" sldId="411"/>
            <ac:spMk id="18" creationId="{9F1B41B4-0CD9-6795-2DD1-7866E5953571}"/>
          </ac:spMkLst>
        </pc:spChg>
        <pc:spChg chg="add mod">
          <ac:chgData name="Fukuda, Momoko/福田 桃子" userId="6a47d5a2-2b16-4b57-b064-c88e4d3f6c89" providerId="ADAL" clId="{405BAF19-0BC9-40B3-ABA8-D6CA4456957B}" dt="2024-12-02T10:13:05.543" v="1350" actId="403"/>
          <ac:spMkLst>
            <pc:docMk/>
            <pc:sldMk cId="3577381485" sldId="411"/>
            <ac:spMk id="26" creationId="{B7E976BD-B5EC-4927-187B-49E79F9D2656}"/>
          </ac:spMkLst>
        </pc:spChg>
        <pc:picChg chg="del mod">
          <ac:chgData name="Fukuda, Momoko/福田 桃子" userId="6a47d5a2-2b16-4b57-b064-c88e4d3f6c89" providerId="ADAL" clId="{405BAF19-0BC9-40B3-ABA8-D6CA4456957B}" dt="2024-12-02T10:06:06.950" v="1056" actId="478"/>
          <ac:picMkLst>
            <pc:docMk/>
            <pc:sldMk cId="3577381485" sldId="411"/>
            <ac:picMk id="4" creationId="{9C77A7BF-23EE-3D72-E20C-D6B6C38F432E}"/>
          </ac:picMkLst>
        </pc:picChg>
        <pc:picChg chg="add mod">
          <ac:chgData name="Fukuda, Momoko/福田 桃子" userId="6a47d5a2-2b16-4b57-b064-c88e4d3f6c89" providerId="ADAL" clId="{405BAF19-0BC9-40B3-ABA8-D6CA4456957B}" dt="2024-12-02T10:13:22.650" v="1354" actId="1076"/>
          <ac:picMkLst>
            <pc:docMk/>
            <pc:sldMk cId="3577381485" sldId="411"/>
            <ac:picMk id="10" creationId="{5EB75BB8-3AA5-216F-EBB8-11A24144E8C6}"/>
          </ac:picMkLst>
        </pc:picChg>
        <pc:picChg chg="add mod">
          <ac:chgData name="Fukuda, Momoko/福田 桃子" userId="6a47d5a2-2b16-4b57-b064-c88e4d3f6c89" providerId="ADAL" clId="{405BAF19-0BC9-40B3-ABA8-D6CA4456957B}" dt="2024-12-04T00:05:04.961" v="2960" actId="1076"/>
          <ac:picMkLst>
            <pc:docMk/>
            <pc:sldMk cId="3577381485" sldId="411"/>
            <ac:picMk id="12" creationId="{59EC94F1-DD7C-B98A-0117-E5203D517577}"/>
          </ac:picMkLst>
        </pc:picChg>
        <pc:picChg chg="add mod">
          <ac:chgData name="Fukuda, Momoko/福田 桃子" userId="6a47d5a2-2b16-4b57-b064-c88e4d3f6c89" providerId="ADAL" clId="{405BAF19-0BC9-40B3-ABA8-D6CA4456957B}" dt="2024-12-02T10:08:14.489" v="1162" actId="14100"/>
          <ac:picMkLst>
            <pc:docMk/>
            <pc:sldMk cId="3577381485" sldId="411"/>
            <ac:picMk id="14" creationId="{1FCD3E06-81C7-9BDF-250C-4950C327828B}"/>
          </ac:picMkLst>
        </pc:picChg>
        <pc:picChg chg="add mod">
          <ac:chgData name="Fukuda, Momoko/福田 桃子" userId="6a47d5a2-2b16-4b57-b064-c88e4d3f6c89" providerId="ADAL" clId="{405BAF19-0BC9-40B3-ABA8-D6CA4456957B}" dt="2024-12-02T10:13:17.820" v="1353" actId="1076"/>
          <ac:picMkLst>
            <pc:docMk/>
            <pc:sldMk cId="3577381485" sldId="411"/>
            <ac:picMk id="24" creationId="{53492EE0-B364-61FD-3528-E54AB2822F63}"/>
          </ac:picMkLst>
        </pc:picChg>
        <pc:cxnChg chg="add mod">
          <ac:chgData name="Fukuda, Momoko/福田 桃子" userId="6a47d5a2-2b16-4b57-b064-c88e4d3f6c89" providerId="ADAL" clId="{405BAF19-0BC9-40B3-ABA8-D6CA4456957B}" dt="2024-12-04T00:05:35.175" v="2971" actId="14100"/>
          <ac:cxnSpMkLst>
            <pc:docMk/>
            <pc:sldMk cId="3577381485" sldId="411"/>
            <ac:cxnSpMk id="6" creationId="{E7EED0E6-E302-7F09-D518-A82AF1424558}"/>
          </ac:cxnSpMkLst>
        </pc:cxnChg>
        <pc:cxnChg chg="add mod">
          <ac:chgData name="Fukuda, Momoko/福田 桃子" userId="6a47d5a2-2b16-4b57-b064-c88e4d3f6c89" providerId="ADAL" clId="{405BAF19-0BC9-40B3-ABA8-D6CA4456957B}" dt="2024-12-04T00:05:56.580" v="2978" actId="1076"/>
          <ac:cxnSpMkLst>
            <pc:docMk/>
            <pc:sldMk cId="3577381485" sldId="411"/>
            <ac:cxnSpMk id="8" creationId="{1B252D3D-13C6-19D9-8435-5B0E917F6C8C}"/>
          </ac:cxnSpMkLst>
        </pc:cxnChg>
      </pc:sldChg>
      <pc:sldChg chg="addSp delSp modSp add mod ord">
        <pc:chgData name="Fukuda, Momoko/福田 桃子" userId="6a47d5a2-2b16-4b57-b064-c88e4d3f6c89" providerId="ADAL" clId="{405BAF19-0BC9-40B3-ABA8-D6CA4456957B}" dt="2024-12-04T01:09:47.474" v="3093" actId="14100"/>
        <pc:sldMkLst>
          <pc:docMk/>
          <pc:sldMk cId="2154976386" sldId="412"/>
        </pc:sldMkLst>
        <pc:spChg chg="mod">
          <ac:chgData name="Fukuda, Momoko/福田 桃子" userId="6a47d5a2-2b16-4b57-b064-c88e4d3f6c89" providerId="ADAL" clId="{405BAF19-0BC9-40B3-ABA8-D6CA4456957B}" dt="2024-12-02T23:40:33.993" v="1908"/>
          <ac:spMkLst>
            <pc:docMk/>
            <pc:sldMk cId="2154976386" sldId="412"/>
            <ac:spMk id="2" creationId="{F0759DC4-8B30-98A0-5BAB-C78BA4A4AD55}"/>
          </ac:spMkLst>
        </pc:spChg>
        <pc:spChg chg="del mod">
          <ac:chgData name="Fukuda, Momoko/福田 桃子" userId="6a47d5a2-2b16-4b57-b064-c88e4d3f6c89" providerId="ADAL" clId="{405BAF19-0BC9-40B3-ABA8-D6CA4456957B}" dt="2024-12-02T23:41:49.167" v="1933" actId="478"/>
          <ac:spMkLst>
            <pc:docMk/>
            <pc:sldMk cId="2154976386" sldId="412"/>
            <ac:spMk id="3" creationId="{4096FB3A-B62C-3DAB-4FD1-B4EBDD650AEF}"/>
          </ac:spMkLst>
        </pc:spChg>
        <pc:spChg chg="add del mod">
          <ac:chgData name="Fukuda, Momoko/福田 桃子" userId="6a47d5a2-2b16-4b57-b064-c88e4d3f6c89" providerId="ADAL" clId="{405BAF19-0BC9-40B3-ABA8-D6CA4456957B}" dt="2024-12-02T23:41:46.788" v="1932" actId="478"/>
          <ac:spMkLst>
            <pc:docMk/>
            <pc:sldMk cId="2154976386" sldId="412"/>
            <ac:spMk id="4" creationId="{9A9FF3A1-79E5-56F0-89BB-497060C11E9D}"/>
          </ac:spMkLst>
        </pc:spChg>
        <pc:spChg chg="add del mod">
          <ac:chgData name="Fukuda, Momoko/福田 桃子" userId="6a47d5a2-2b16-4b57-b064-c88e4d3f6c89" providerId="ADAL" clId="{405BAF19-0BC9-40B3-ABA8-D6CA4456957B}" dt="2024-12-02T23:48:34.356" v="2567" actId="478"/>
          <ac:spMkLst>
            <pc:docMk/>
            <pc:sldMk cId="2154976386" sldId="412"/>
            <ac:spMk id="5" creationId="{3C2A2436-2328-94D1-08C7-2148DD952A4F}"/>
          </ac:spMkLst>
        </pc:spChg>
        <pc:spChg chg="add mod">
          <ac:chgData name="Fukuda, Momoko/福田 桃子" userId="6a47d5a2-2b16-4b57-b064-c88e4d3f6c89" providerId="ADAL" clId="{405BAF19-0BC9-40B3-ABA8-D6CA4456957B}" dt="2024-12-04T01:04:25.077" v="3008" actId="14100"/>
          <ac:spMkLst>
            <pc:docMk/>
            <pc:sldMk cId="2154976386" sldId="412"/>
            <ac:spMk id="5" creationId="{8FE92AB8-28D7-2486-5D65-0080CB31BFCD}"/>
          </ac:spMkLst>
        </pc:spChg>
        <pc:spChg chg="add del mod">
          <ac:chgData name="Fukuda, Momoko/福田 桃子" userId="6a47d5a2-2b16-4b57-b064-c88e4d3f6c89" providerId="ADAL" clId="{405BAF19-0BC9-40B3-ABA8-D6CA4456957B}" dt="2024-12-02T23:41:51.158" v="1934" actId="478"/>
          <ac:spMkLst>
            <pc:docMk/>
            <pc:sldMk cId="2154976386" sldId="412"/>
            <ac:spMk id="7" creationId="{D256E308-D2F2-479C-1C15-AB27A83D151D}"/>
          </ac:spMkLst>
        </pc:spChg>
        <pc:spChg chg="add mod">
          <ac:chgData name="Fukuda, Momoko/福田 桃子" userId="6a47d5a2-2b16-4b57-b064-c88e4d3f6c89" providerId="ADAL" clId="{405BAF19-0BC9-40B3-ABA8-D6CA4456957B}" dt="2024-12-04T01:09:47.474" v="3093" actId="14100"/>
          <ac:spMkLst>
            <pc:docMk/>
            <pc:sldMk cId="2154976386" sldId="412"/>
            <ac:spMk id="8" creationId="{DD272394-42B5-080C-FB3B-E97435D9D73B}"/>
          </ac:spMkLst>
        </pc:spChg>
        <pc:picChg chg="add mod modCrop">
          <ac:chgData name="Fukuda, Momoko/福田 桃子" userId="6a47d5a2-2b16-4b57-b064-c88e4d3f6c89" providerId="ADAL" clId="{405BAF19-0BC9-40B3-ABA8-D6CA4456957B}" dt="2024-12-04T01:04:16.687" v="3005" actId="1076"/>
          <ac:picMkLst>
            <pc:docMk/>
            <pc:sldMk cId="2154976386" sldId="412"/>
            <ac:picMk id="4" creationId="{79173EFD-7E39-1B30-4F2D-2DAE7AB52044}"/>
          </ac:picMkLst>
        </pc:picChg>
        <pc:picChg chg="add mod">
          <ac:chgData name="Fukuda, Momoko/福田 桃子" userId="6a47d5a2-2b16-4b57-b064-c88e4d3f6c89" providerId="ADAL" clId="{405BAF19-0BC9-40B3-ABA8-D6CA4456957B}" dt="2024-12-04T01:04:28.734" v="3009" actId="1076"/>
          <ac:picMkLst>
            <pc:docMk/>
            <pc:sldMk cId="2154976386" sldId="412"/>
            <ac:picMk id="7" creationId="{7759C1EC-AD30-84AE-D854-D4EE6AB0FC2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29A6D377-CE9F-42F4-9401-7CF08A855EE4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2024/12/4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2C230DF-5933-439D-898F-38E9AC9BA688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フッター プレースホルダー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ヘッダー プレースホルダー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F0A38C37-4D1D-465C-9C93-03A26BBDD059}" type="datetime1">
              <a:rPr lang="ja-JP" altLang="en-US" smtClean="0">
                <a:ea typeface="Meiryo UI" panose="020B0604030504040204" pitchFamily="50" charset="-128"/>
              </a:rPr>
              <a:t>2024/12/4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dirty="0"/>
              <a:t>クリックしてマスター テキストのスタイルを編集</a:t>
            </a:r>
          </a:p>
          <a:p>
            <a:pPr lvl="1" rtl="0"/>
            <a:r>
              <a:rPr lang="ja-JP" dirty="0"/>
              <a:t>第 2 レベル</a:t>
            </a:r>
          </a:p>
          <a:p>
            <a:pPr lvl="2" rtl="0"/>
            <a:r>
              <a:rPr lang="ja-JP" dirty="0"/>
              <a:t>第 3 レベル</a:t>
            </a:r>
          </a:p>
          <a:p>
            <a:pPr lvl="3" rtl="0"/>
            <a:r>
              <a:rPr lang="ja-JP" dirty="0"/>
              <a:t>第 4 レベル</a:t>
            </a:r>
          </a:p>
          <a:p>
            <a:pPr lvl="4" rtl="0"/>
            <a:r>
              <a:rPr lang="ja-JP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89C7E07-3C67-C64C-8DA0-0404F6303970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7515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97956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A89C7E07-3C67-C64C-8DA0-0404F6303970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議題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オートシェイプ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" name="フリーフォーム(F)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フリーフォーム(F)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2" name="タイトル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 spc="50" baseline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ja-JP" sz="2400" b="1" i="0" kern="1200" dirty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indent="-283464"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3" name="スライド番号プレースホルダー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42" name="日付プレースホルダー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のタイトル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ja-JP" sz="20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アイコンをクリックして画像を追加</a:t>
            </a: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6000" b="1" i="0" baseline="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 </a:t>
            </a:r>
          </a:p>
        </p:txBody>
      </p:sp>
      <p:sp>
        <p:nvSpPr>
          <p:cNvPr id="7" name="長方形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7" name="直線​​コネクタ(S)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概要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直線​​コネクタ(S)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グループ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フリーフォーム(F)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2" name="タイトル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​​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943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オートシェイプ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フリーフォーム(F)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フリーフォーム(F)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Font typeface="+mj-lt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ja-JP" sz="2000"/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endParaRPr lang="ja-JP" altLang="en-US" noProof="0" dirty="0"/>
          </a:p>
        </p:txBody>
      </p:sp>
      <p:sp>
        <p:nvSpPr>
          <p:cNvPr id="2" name="コンテンツ プレースホルダー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83464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5486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82296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005840"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画像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3" name="コンテンツ プレースホルダー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indent="-283464"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フリーフォーム(F)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フリーフォーム(F)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フリーフォーム(F)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3716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82880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段組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グループ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フリーフォーム(F)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フリーフォーム(F)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フリーフォーム(F)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6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7" name="コンテンツ プレースホルダー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spcBef>
                <a:spcPts val="1800"/>
              </a:spcBef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ja-JP" sz="44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sp>
        <p:nvSpPr>
          <p:cNvPr id="9" name="表プレースホルダー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10" name="スライド番号プレースホルダー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smtClean="0"/>
              <a:pPr/>
              <a:t>‹#›</a:t>
            </a:fld>
            <a:endParaRPr lang="en-US" altLang="en-US" dirty="0"/>
          </a:p>
        </p:txBody>
      </p:sp>
      <p:sp>
        <p:nvSpPr>
          <p:cNvPr id="8" name="日付プレースホルダー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/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ja-JP" sz="6000" b="1" i="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 </a:t>
            </a:r>
          </a:p>
        </p:txBody>
      </p:sp>
      <p:grpSp>
        <p:nvGrpSpPr>
          <p:cNvPr id="9" name="グループ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フリーフォーム(F)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フリーフォーム(F)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フリーフォーム(F)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altLang="en-US" noProof="0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18" name="テキスト プレースホルダー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ja-JP" sz="2400" b="1" i="0">
                <a:solidFill>
                  <a:schemeClr val="tx2">
                    <a:lumMod val="7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4000"/>
            </a:lvl2pPr>
            <a:lvl3pPr>
              <a:defRPr lang="ja-JP" sz="4000"/>
            </a:lvl3pPr>
            <a:lvl4pPr>
              <a:defRPr lang="ja-JP" sz="4000"/>
            </a:lvl4pPr>
            <a:lvl5pPr>
              <a:defRPr lang="ja-JP" sz="4000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cxnSp>
        <p:nvCxnSpPr>
          <p:cNvPr id="4" name="直線​​コネクタ(S)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2" name="タイトル プレースホルダー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0" name="日付プレースホルダー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0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32" name="スライド番号プレースホルダー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ja-JP" sz="1100" b="1" i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294A09A9-5501-47C1-A89A-A340965A2BE2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kumimoji="1" lang="ja-JP" sz="4400" b="1" i="0" kern="1200" spc="100" baseline="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 lang="ja-JP">
          <a:solidFill>
            <a:schemeClr val="tx2"/>
          </a:solidFill>
        </a:defRPr>
      </a:lvl2pPr>
      <a:lvl3pPr eaLnBrk="1" hangingPunct="1">
        <a:defRPr kumimoji="1" lang="ja-JP">
          <a:solidFill>
            <a:schemeClr val="tx2"/>
          </a:solidFill>
        </a:defRPr>
      </a:lvl3pPr>
      <a:lvl4pPr eaLnBrk="1" hangingPunct="1">
        <a:defRPr kumimoji="1" lang="ja-JP">
          <a:solidFill>
            <a:schemeClr val="tx2"/>
          </a:solidFill>
        </a:defRPr>
      </a:lvl4pPr>
      <a:lvl5pPr eaLnBrk="1" hangingPunct="1">
        <a:defRPr kumimoji="1" lang="ja-JP">
          <a:solidFill>
            <a:schemeClr val="tx2"/>
          </a:solidFill>
        </a:defRPr>
      </a:lvl5pPr>
      <a:lvl6pPr eaLnBrk="1" hangingPunct="1">
        <a:defRPr kumimoji="1" lang="ja-JP">
          <a:solidFill>
            <a:schemeClr val="tx2"/>
          </a:solidFill>
        </a:defRPr>
      </a:lvl6pPr>
      <a:lvl7pPr eaLnBrk="1" hangingPunct="1">
        <a:defRPr kumimoji="1" lang="ja-JP">
          <a:solidFill>
            <a:schemeClr val="tx2"/>
          </a:solidFill>
        </a:defRPr>
      </a:lvl7pPr>
      <a:lvl8pPr eaLnBrk="1" hangingPunct="1">
        <a:defRPr kumimoji="1" lang="ja-JP">
          <a:solidFill>
            <a:schemeClr val="tx2"/>
          </a:solidFill>
        </a:defRPr>
      </a:lvl8pPr>
      <a:lvl9pPr eaLnBrk="1" hangingPunct="1">
        <a:defRPr kumimoji="1" lang="ja-JP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b="0" i="0" kern="1200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>
              <a:lnSpc>
                <a:spcPct val="90000"/>
              </a:lnSpc>
            </a:pPr>
            <a:r>
              <a:rPr lang="en-US" altLang="ja-JP" sz="4000" dirty="0"/>
              <a:t>DIG </a:t>
            </a:r>
            <a:br>
              <a:rPr lang="en-US" altLang="ja-JP" sz="4000" dirty="0"/>
            </a:br>
            <a:r>
              <a:rPr lang="ja-JP" altLang="en-US" sz="4000" dirty="0"/>
              <a:t>プログラミング基礎コース　</a:t>
            </a:r>
            <a:endParaRPr lang="ja-JP" sz="40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96C31154-5599-CD5A-29D0-664B3B45986D}"/>
              </a:ext>
            </a:extLst>
          </p:cNvPr>
          <p:cNvSpPr txBox="1">
            <a:spLocks/>
          </p:cNvSpPr>
          <p:nvPr/>
        </p:nvSpPr>
        <p:spPr>
          <a:xfrm>
            <a:off x="6389476" y="2732545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kumimoji="1" lang="ja-JP" sz="6000" b="1" i="0" kern="1200" spc="100" baseline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  <a:lvl2pPr eaLnBrk="1" hangingPunct="1">
              <a:defRPr kumimoji="1" lang="ja-JP">
                <a:solidFill>
                  <a:schemeClr val="tx2"/>
                </a:solidFill>
              </a:defRPr>
            </a:lvl2pPr>
            <a:lvl3pPr eaLnBrk="1" hangingPunct="1">
              <a:defRPr kumimoji="1" lang="ja-JP">
                <a:solidFill>
                  <a:schemeClr val="tx2"/>
                </a:solidFill>
              </a:defRPr>
            </a:lvl3pPr>
            <a:lvl4pPr eaLnBrk="1" hangingPunct="1">
              <a:defRPr kumimoji="1" lang="ja-JP">
                <a:solidFill>
                  <a:schemeClr val="tx2"/>
                </a:solidFill>
              </a:defRPr>
            </a:lvl4pPr>
            <a:lvl5pPr eaLnBrk="1" hangingPunct="1">
              <a:defRPr kumimoji="1" lang="ja-JP">
                <a:solidFill>
                  <a:schemeClr val="tx2"/>
                </a:solidFill>
              </a:defRPr>
            </a:lvl5pPr>
            <a:lvl6pPr eaLnBrk="1" hangingPunct="1">
              <a:defRPr kumimoji="1" lang="ja-JP">
                <a:solidFill>
                  <a:schemeClr val="tx2"/>
                </a:solidFill>
              </a:defRPr>
            </a:lvl6pPr>
            <a:lvl7pPr eaLnBrk="1" hangingPunct="1">
              <a:defRPr kumimoji="1" lang="ja-JP">
                <a:solidFill>
                  <a:schemeClr val="tx2"/>
                </a:solidFill>
              </a:defRPr>
            </a:lvl7pPr>
            <a:lvl8pPr eaLnBrk="1" hangingPunct="1">
              <a:defRPr kumimoji="1" lang="ja-JP">
                <a:solidFill>
                  <a:schemeClr val="tx2"/>
                </a:solidFill>
              </a:defRPr>
            </a:lvl8pPr>
            <a:lvl9pPr eaLnBrk="1" hangingPunct="1">
              <a:defRPr kumimoji="1" lang="ja-JP"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ja-JP" sz="2800" dirty="0"/>
              <a:t>32</a:t>
            </a:r>
            <a:r>
              <a:rPr lang="ja-JP" altLang="en-US" sz="2800" dirty="0"/>
              <a:t>期</a:t>
            </a:r>
            <a:endParaRPr lang="en-US" altLang="ja-JP" sz="2800" dirty="0"/>
          </a:p>
          <a:p>
            <a:pPr>
              <a:lnSpc>
                <a:spcPct val="90000"/>
              </a:lnSpc>
            </a:pPr>
            <a:r>
              <a:rPr lang="ja-JP" altLang="en-US" sz="2800" dirty="0"/>
              <a:t>車両製造技術開発部　生産情報室</a:t>
            </a:r>
            <a:endParaRPr lang="en-US" altLang="ja-JP" sz="2800" dirty="0"/>
          </a:p>
          <a:p>
            <a:pPr>
              <a:lnSpc>
                <a:spcPct val="90000"/>
              </a:lnSpc>
            </a:pPr>
            <a:r>
              <a:rPr lang="ja-JP" altLang="en-US" sz="2800" dirty="0"/>
              <a:t>福田 桃子</a:t>
            </a:r>
            <a:endParaRPr lang="ja-JP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作成するうえで難しかったところ</a:t>
            </a:r>
            <a:endParaRPr lang="ja-JP" dirty="0"/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DD272394-42B5-080C-FB3B-E97435D9D73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17158" y="2595604"/>
            <a:ext cx="10525176" cy="3867430"/>
          </a:xfrm>
        </p:spPr>
        <p:txBody>
          <a:bodyPr rtlCol="0">
            <a:normAutofit fontScale="92500" lnSpcReduction="20000"/>
          </a:bodyPr>
          <a:lstStyle>
            <a:defPPr>
              <a:defRPr lang="ja-JP"/>
            </a:defPPr>
          </a:lstStyle>
          <a:p>
            <a:pPr rtl="0"/>
            <a:r>
              <a:rPr lang="en-US" altLang="ja-JP" b="1" dirty="0"/>
              <a:t>DOM</a:t>
            </a:r>
          </a:p>
          <a:p>
            <a:pPr lvl="1" rtl="0"/>
            <a:r>
              <a:rPr lang="ja-JP" altLang="en-US" dirty="0"/>
              <a:t>モーダルの表示の際、プレイヤーの結果に合わせて表示内容を変更</a:t>
            </a:r>
            <a:endParaRPr lang="en-US" altLang="ja-JP" dirty="0"/>
          </a:p>
          <a:p>
            <a:pPr lvl="1" rtl="0"/>
            <a:r>
              <a:rPr lang="ja-JP" altLang="en-US" dirty="0"/>
              <a:t>ボタンを押したときの動作</a:t>
            </a:r>
            <a:r>
              <a:rPr lang="en-US" altLang="ja-JP" dirty="0"/>
              <a:t>(</a:t>
            </a:r>
            <a:r>
              <a:rPr lang="ja-JP" altLang="en-US" dirty="0"/>
              <a:t>正解と比較して正解ならモーダル表示・不正解なら</a:t>
            </a:r>
            <a:r>
              <a:rPr lang="en-US" altLang="ja-JP" dirty="0"/>
              <a:t>Hit</a:t>
            </a:r>
            <a:r>
              <a:rPr lang="ja-JP" altLang="en-US" dirty="0"/>
              <a:t>と</a:t>
            </a:r>
            <a:r>
              <a:rPr lang="en-US" altLang="ja-JP" dirty="0"/>
              <a:t>Blow</a:t>
            </a:r>
            <a:r>
              <a:rPr lang="ja-JP" altLang="en-US" dirty="0"/>
              <a:t>の数を表示</a:t>
            </a:r>
            <a:r>
              <a:rPr lang="en-US" altLang="ja-JP" dirty="0"/>
              <a:t>)</a:t>
            </a:r>
            <a:r>
              <a:rPr lang="ja-JP" altLang="en-US" dirty="0"/>
              <a:t>　⇒ロジックを自分で</a:t>
            </a:r>
            <a:r>
              <a:rPr lang="en-US" altLang="ja-JP" dirty="0"/>
              <a:t>0</a:t>
            </a:r>
            <a:r>
              <a:rPr lang="ja-JP" altLang="en-US" dirty="0"/>
              <a:t>から実装</a:t>
            </a:r>
            <a:endParaRPr lang="en-US" altLang="ja-JP" dirty="0"/>
          </a:p>
          <a:p>
            <a:pPr lvl="1" rtl="0"/>
            <a:r>
              <a:rPr lang="ja-JP" altLang="en-US" dirty="0"/>
              <a:t>時間のカウント処理</a:t>
            </a:r>
            <a:endParaRPr lang="en-US" altLang="ja-JP" dirty="0"/>
          </a:p>
          <a:p>
            <a:pPr rtl="0"/>
            <a:r>
              <a:rPr lang="en-US" altLang="ja-JP" b="1" dirty="0"/>
              <a:t>CSS</a:t>
            </a:r>
          </a:p>
          <a:p>
            <a:pPr lvl="1" rtl="0"/>
            <a:r>
              <a:rPr lang="ja-JP" altLang="en-US" dirty="0"/>
              <a:t>思った通りの装飾にならないとき、エラーが出ないので原因を探しにくい</a:t>
            </a:r>
            <a:r>
              <a:rPr lang="en-US" altLang="ja-JP" dirty="0"/>
              <a:t>…</a:t>
            </a:r>
            <a:endParaRPr lang="ja-JP" dirty="0"/>
          </a:p>
          <a:p>
            <a:pPr rtl="0"/>
            <a:r>
              <a:rPr lang="ja-JP" altLang="en-US" b="1" dirty="0"/>
              <a:t>その他</a:t>
            </a:r>
            <a:endParaRPr lang="en-US" altLang="ja-JP" b="1" dirty="0"/>
          </a:p>
          <a:p>
            <a:pPr lvl="1" rtl="0"/>
            <a:r>
              <a:rPr lang="ja-JP" altLang="en-US" dirty="0"/>
              <a:t>入力の制限</a:t>
            </a:r>
            <a:r>
              <a:rPr lang="en-US" altLang="ja-JP" dirty="0"/>
              <a:t>(</a:t>
            </a:r>
            <a:r>
              <a:rPr lang="ja-JP" altLang="en-US" dirty="0"/>
              <a:t>同じ数字</a:t>
            </a:r>
            <a:r>
              <a:rPr lang="en-US" altLang="ja-JP" dirty="0"/>
              <a:t>NG</a:t>
            </a:r>
            <a:r>
              <a:rPr lang="ja-JP" altLang="en-US" dirty="0"/>
              <a:t>、</a:t>
            </a:r>
            <a:r>
              <a:rPr lang="en-US" altLang="ja-JP" dirty="0"/>
              <a:t>0~9</a:t>
            </a:r>
            <a:r>
              <a:rPr lang="ja-JP" altLang="en-US" dirty="0"/>
              <a:t>まで</a:t>
            </a:r>
            <a:r>
              <a:rPr lang="en-US" altLang="ja-JP" dirty="0"/>
              <a:t>)</a:t>
            </a:r>
          </a:p>
          <a:p>
            <a:pPr lvl="1" rtl="0"/>
            <a:r>
              <a:rPr lang="ja-JP" altLang="en-US" dirty="0"/>
              <a:t>結果が出たときにタイマーを止める、その後入力できないようにする </a:t>
            </a:r>
            <a:endParaRPr lang="en-US" altLang="ja-JP" dirty="0"/>
          </a:p>
          <a:p>
            <a:pPr marL="402336" lvl="1" indent="0" rtl="0">
              <a:buNone/>
            </a:pPr>
            <a:r>
              <a:rPr lang="en-US" altLang="ja-JP" dirty="0"/>
              <a:t>etc.</a:t>
            </a:r>
          </a:p>
          <a:p>
            <a:pPr marL="402336" lvl="1" indent="0" rtl="0">
              <a:buNone/>
            </a:pPr>
            <a:endParaRPr lang="en-US" altLang="ja-JP" dirty="0"/>
          </a:p>
          <a:p>
            <a:pPr marL="402336" lvl="1" indent="0" rtl="0">
              <a:buNone/>
            </a:pPr>
            <a:r>
              <a:rPr lang="ja-JP" altLang="en-US" sz="1400" dirty="0"/>
              <a:t>まだまだたくさんあります。全体的にリファクタリングの余地もありすぎる</a:t>
            </a:r>
            <a:r>
              <a:rPr lang="en-US" altLang="ja-JP" sz="1400" dirty="0"/>
              <a:t>…</a:t>
            </a:r>
            <a:r>
              <a:rPr lang="ja-JP" altLang="en-US" sz="1400" dirty="0"/>
              <a:t>！</a:t>
            </a:r>
            <a:endParaRPr lang="ja-JP" altLang="ja-JP" sz="1400" dirty="0"/>
          </a:p>
          <a:p>
            <a:pPr rtl="0"/>
            <a:endParaRPr lang="ja-JP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9173EFD-7E39-1B30-4F2D-2DAE7AB5204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598"/>
          <a:stretch/>
        </p:blipFill>
        <p:spPr>
          <a:xfrm>
            <a:off x="9607349" y="5677940"/>
            <a:ext cx="2334985" cy="1030952"/>
          </a:xfrm>
          <a:prstGeom prst="rect">
            <a:avLst/>
          </a:prstGeom>
        </p:spPr>
      </p:pic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8FE92AB8-28D7-2486-5D65-0080CB31BFCD}"/>
              </a:ext>
            </a:extLst>
          </p:cNvPr>
          <p:cNvSpPr/>
          <p:nvPr/>
        </p:nvSpPr>
        <p:spPr>
          <a:xfrm>
            <a:off x="8962868" y="4198504"/>
            <a:ext cx="3135085" cy="1298122"/>
          </a:xfrm>
          <a:prstGeom prst="wedgeRoundRectCallout">
            <a:avLst>
              <a:gd name="adj1" fmla="val 8993"/>
              <a:gd name="adj2" fmla="val 7115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759C1EC-AD30-84AE-D854-D4EE6AB0FC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6665" y="4358738"/>
            <a:ext cx="3007489" cy="977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9763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グループ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フリーフォーム(F)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フリーフォーム(F)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フリーフォーム(F)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ja-JP"/>
              </a:defPPr>
            </a:lstStyle>
            <a:p>
              <a:pPr rtl="0"/>
              <a:endParaRPr lang="ja-JP" dirty="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pic>
        <p:nvPicPr>
          <p:cNvPr id="10" name="図 9">
            <a:extLst>
              <a:ext uri="{FF2B5EF4-FFF2-40B4-BE49-F238E27FC236}">
                <a16:creationId xmlns:a16="http://schemas.microsoft.com/office/drawing/2014/main" id="{5EB75BB8-3AA5-216F-EBB8-11A24144E8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97821"/>
            <a:ext cx="5507979" cy="2713785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9EC94F1-DD7C-B98A-0117-E5203D517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747" y="997821"/>
            <a:ext cx="5421665" cy="2659951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1FCD3E06-81C7-9BDF-250C-4950C32782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747" y="4125797"/>
            <a:ext cx="5421665" cy="2657180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2934DC-0942-53B2-3E47-3B2E611ACE42}"/>
              </a:ext>
            </a:extLst>
          </p:cNvPr>
          <p:cNvSpPr txBox="1"/>
          <p:nvPr/>
        </p:nvSpPr>
        <p:spPr>
          <a:xfrm>
            <a:off x="231872" y="585977"/>
            <a:ext cx="2682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ゲームオーバー</a:t>
            </a:r>
            <a:r>
              <a:rPr kumimoji="1" lang="en-US" altLang="ja-JP" dirty="0">
                <a:solidFill>
                  <a:schemeClr val="bg1"/>
                </a:solidFill>
              </a:rPr>
              <a:t>(10</a:t>
            </a:r>
            <a:r>
              <a:rPr kumimoji="1" lang="ja-JP" altLang="en-US" dirty="0">
                <a:solidFill>
                  <a:schemeClr val="bg1"/>
                </a:solidFill>
              </a:rPr>
              <a:t>回回答</a:t>
            </a:r>
            <a:r>
              <a:rPr kumimoji="1" lang="en-US" altLang="ja-JP" dirty="0">
                <a:solidFill>
                  <a:schemeClr val="bg1"/>
                </a:solidFill>
              </a:rPr>
              <a:t>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EC0893FF-BE30-9859-9EB0-6F87490B6184}"/>
              </a:ext>
            </a:extLst>
          </p:cNvPr>
          <p:cNvSpPr txBox="1"/>
          <p:nvPr/>
        </p:nvSpPr>
        <p:spPr>
          <a:xfrm>
            <a:off x="6096000" y="614762"/>
            <a:ext cx="2664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ゲームオーバー</a:t>
            </a:r>
            <a:r>
              <a:rPr kumimoji="1" lang="en-US" altLang="ja-JP" dirty="0">
                <a:solidFill>
                  <a:schemeClr val="bg1"/>
                </a:solidFill>
              </a:rPr>
              <a:t>(</a:t>
            </a:r>
            <a:r>
              <a:rPr kumimoji="1" lang="ja-JP" altLang="en-US" dirty="0">
                <a:solidFill>
                  <a:schemeClr val="bg1"/>
                </a:solidFill>
              </a:rPr>
              <a:t>時間切れ</a:t>
            </a:r>
            <a:r>
              <a:rPr kumimoji="1" lang="en-US" altLang="ja-JP" dirty="0">
                <a:solidFill>
                  <a:schemeClr val="bg1"/>
                </a:solidFill>
              </a:rPr>
              <a:t>)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BD200EC-63AE-4BCF-8178-BCBA36E4EBFA}"/>
              </a:ext>
            </a:extLst>
          </p:cNvPr>
          <p:cNvSpPr txBox="1"/>
          <p:nvPr/>
        </p:nvSpPr>
        <p:spPr>
          <a:xfrm>
            <a:off x="231872" y="3756465"/>
            <a:ext cx="1221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ゲームクリア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F1B41B4-0CD9-6795-2DD1-7866E5953571}"/>
              </a:ext>
            </a:extLst>
          </p:cNvPr>
          <p:cNvSpPr txBox="1"/>
          <p:nvPr/>
        </p:nvSpPr>
        <p:spPr>
          <a:xfrm>
            <a:off x="6044044" y="4038235"/>
            <a:ext cx="45688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highlight>
                  <a:srgbClr val="FFFF00"/>
                </a:highlight>
              </a:rPr>
              <a:t>HTML</a:t>
            </a:r>
            <a:r>
              <a:rPr kumimoji="1" lang="ja-JP" altLang="en-US" dirty="0">
                <a:solidFill>
                  <a:schemeClr val="bg1"/>
                </a:solidFill>
                <a:highlight>
                  <a:srgbClr val="FFFF00"/>
                </a:highlight>
              </a:rPr>
              <a:t>は</a:t>
            </a:r>
            <a:r>
              <a:rPr kumimoji="1" lang="en-US" altLang="ja-JP" dirty="0">
                <a:solidFill>
                  <a:schemeClr val="bg1"/>
                </a:solidFill>
                <a:highlight>
                  <a:srgbClr val="FFFF00"/>
                </a:highlight>
              </a:rPr>
              <a:t>1</a:t>
            </a:r>
            <a:r>
              <a:rPr kumimoji="1" lang="ja-JP" altLang="en-US" dirty="0">
                <a:solidFill>
                  <a:schemeClr val="bg1"/>
                </a:solidFill>
                <a:highlight>
                  <a:srgbClr val="FFFF00"/>
                </a:highlight>
              </a:rPr>
              <a:t>つのダイアログタグのみで作成</a:t>
            </a:r>
            <a:endParaRPr kumimoji="1" lang="en-US" altLang="ja-JP" dirty="0">
              <a:solidFill>
                <a:schemeClr val="bg1"/>
              </a:solidFill>
              <a:highlight>
                <a:srgbClr val="FFFF00"/>
              </a:highlight>
            </a:endParaRPr>
          </a:p>
          <a:p>
            <a:r>
              <a:rPr kumimoji="1" lang="ja-JP" altLang="en-US" dirty="0">
                <a:solidFill>
                  <a:schemeClr val="bg1"/>
                </a:solidFill>
                <a:highlight>
                  <a:srgbClr val="FFFF00"/>
                </a:highlight>
              </a:rPr>
              <a:t>ユーザの結果に合わせて</a:t>
            </a:r>
            <a:r>
              <a:rPr kumimoji="1" lang="en-US" altLang="ja-JP" dirty="0">
                <a:solidFill>
                  <a:schemeClr val="bg1"/>
                </a:solidFill>
                <a:highlight>
                  <a:srgbClr val="FFFF00"/>
                </a:highlight>
              </a:rPr>
              <a:t>JS</a:t>
            </a:r>
            <a:r>
              <a:rPr kumimoji="1" lang="ja-JP" altLang="en-US" dirty="0">
                <a:solidFill>
                  <a:schemeClr val="bg1"/>
                </a:solidFill>
                <a:highlight>
                  <a:srgbClr val="FFFF00"/>
                </a:highlight>
              </a:rPr>
              <a:t>で動的に結果を出力</a:t>
            </a: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53492EE0-B364-61FD-3528-E54AB2822F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4044" y="4900687"/>
            <a:ext cx="6069733" cy="1689997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7E976BD-B5EC-4927-187B-49E79F9D2656}"/>
              </a:ext>
            </a:extLst>
          </p:cNvPr>
          <p:cNvSpPr txBox="1"/>
          <p:nvPr/>
        </p:nvSpPr>
        <p:spPr>
          <a:xfrm>
            <a:off x="80919" y="64863"/>
            <a:ext cx="741230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b="1" u="sng" dirty="0">
                <a:solidFill>
                  <a:schemeClr val="bg1"/>
                </a:solidFill>
              </a:rPr>
              <a:t>モーダルの表示の際、プレイヤーの結果に合わせて表示内容を変える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18059A1-B7F6-4DDC-775B-051FE7928902}"/>
              </a:ext>
            </a:extLst>
          </p:cNvPr>
          <p:cNvSpPr/>
          <p:nvPr/>
        </p:nvSpPr>
        <p:spPr>
          <a:xfrm>
            <a:off x="2202620" y="1553502"/>
            <a:ext cx="1228403" cy="242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82E80AC1-08DB-DD0C-16CA-8B4993FAEE83}"/>
              </a:ext>
            </a:extLst>
          </p:cNvPr>
          <p:cNvSpPr/>
          <p:nvPr/>
        </p:nvSpPr>
        <p:spPr>
          <a:xfrm>
            <a:off x="8235787" y="1553501"/>
            <a:ext cx="1228403" cy="242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51412A77-82E5-00CB-31C8-733BCFDA3F97}"/>
              </a:ext>
            </a:extLst>
          </p:cNvPr>
          <p:cNvSpPr/>
          <p:nvPr/>
        </p:nvSpPr>
        <p:spPr>
          <a:xfrm>
            <a:off x="2202620" y="4752911"/>
            <a:ext cx="1228403" cy="24276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E7EED0E6-E302-7F09-D518-A82AF1424558}"/>
              </a:ext>
            </a:extLst>
          </p:cNvPr>
          <p:cNvCxnSpPr>
            <a:cxnSpLocks/>
          </p:cNvCxnSpPr>
          <p:nvPr/>
        </p:nvCxnSpPr>
        <p:spPr>
          <a:xfrm>
            <a:off x="2306230" y="2021928"/>
            <a:ext cx="1124793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B252D3D-13C6-19D9-8435-5B0E917F6C8C}"/>
              </a:ext>
            </a:extLst>
          </p:cNvPr>
          <p:cNvCxnSpPr>
            <a:cxnSpLocks/>
          </p:cNvCxnSpPr>
          <p:nvPr/>
        </p:nvCxnSpPr>
        <p:spPr>
          <a:xfrm>
            <a:off x="8575894" y="2021928"/>
            <a:ext cx="54818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38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基礎コース全体を通して学んだこと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20909" y="2530868"/>
            <a:ext cx="10243654" cy="359747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en-US" altLang="ja-JP" b="1" dirty="0"/>
              <a:t>TDD</a:t>
            </a:r>
            <a:r>
              <a:rPr lang="ja-JP" altLang="en-US" b="1" dirty="0"/>
              <a:t>のサイクル、考え方</a:t>
            </a:r>
            <a:endParaRPr lang="en-US" altLang="ja-JP" b="1" dirty="0"/>
          </a:p>
          <a:p>
            <a:pPr lvl="1" rtl="0"/>
            <a:r>
              <a:rPr lang="ja-JP" altLang="en-US" dirty="0"/>
              <a:t>学生時代</a:t>
            </a:r>
            <a:r>
              <a:rPr lang="en-US" altLang="ja-JP" dirty="0"/>
              <a:t>C, Python, Ruby</a:t>
            </a:r>
            <a:r>
              <a:rPr lang="ja-JP" altLang="en-US" dirty="0"/>
              <a:t>等々学んだことがありましたが、この考え方は知りませんでした</a:t>
            </a:r>
            <a:r>
              <a:rPr lang="en-US" altLang="ja-JP"/>
              <a:t>…</a:t>
            </a:r>
            <a:endParaRPr lang="ja-JP" altLang="ja-JP" dirty="0"/>
          </a:p>
          <a:p>
            <a:pPr rtl="0"/>
            <a:r>
              <a:rPr lang="ja-JP" altLang="en-US" b="1" dirty="0"/>
              <a:t>ペアプロ</a:t>
            </a:r>
            <a:endParaRPr lang="en-US" altLang="ja-JP" b="1" dirty="0"/>
          </a:p>
          <a:p>
            <a:pPr lvl="1" rtl="0"/>
            <a:r>
              <a:rPr lang="ja-JP" altLang="en-US" dirty="0"/>
              <a:t>こちらも初めての経験</a:t>
            </a:r>
            <a:endParaRPr lang="en-US" altLang="ja-JP" dirty="0"/>
          </a:p>
          <a:p>
            <a:pPr lvl="1" rtl="0"/>
            <a:r>
              <a:rPr lang="ja-JP" altLang="en-US" dirty="0"/>
              <a:t>コミュニケーションをとりながら一緒に進めるのは楽しい</a:t>
            </a:r>
            <a:r>
              <a:rPr lang="en-US" altLang="ja-JP" dirty="0"/>
              <a:t>&amp;</a:t>
            </a:r>
            <a:r>
              <a:rPr lang="ja-JP" altLang="en-US" dirty="0"/>
              <a:t>言語化して伝える難しさを実感</a:t>
            </a:r>
            <a:endParaRPr lang="ja-JP" dirty="0"/>
          </a:p>
          <a:p>
            <a:pPr rtl="0"/>
            <a:r>
              <a:rPr lang="en-US" altLang="ja-JP" b="1" dirty="0"/>
              <a:t>JS</a:t>
            </a:r>
            <a:r>
              <a:rPr lang="ja-JP" altLang="en-US" b="1" dirty="0"/>
              <a:t>の知識</a:t>
            </a:r>
            <a:endParaRPr lang="en-US" altLang="ja-JP" b="1" dirty="0"/>
          </a:p>
          <a:p>
            <a:pPr lvl="1" rtl="0"/>
            <a:r>
              <a:rPr lang="ja-JP" altLang="en-US" dirty="0"/>
              <a:t>今まではやりたいことをてきとうに検索してそのまま使うだけ</a:t>
            </a:r>
            <a:r>
              <a:rPr lang="en-US" altLang="ja-JP" dirty="0"/>
              <a:t>…</a:t>
            </a:r>
          </a:p>
          <a:p>
            <a:pPr marL="402336" lvl="1" indent="0" rtl="0">
              <a:buNone/>
            </a:pPr>
            <a:r>
              <a:rPr lang="ja-JP" altLang="en-US" dirty="0"/>
              <a:t>　　⇒文法、書き方含め基礎から理解ができた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59" y="411479"/>
            <a:ext cx="8116934" cy="329184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dirty="0"/>
              <a:t>ありがとうございました</a:t>
            </a:r>
            <a:r>
              <a:rPr lang="ja-JP" altLang="en-US" dirty="0"/>
              <a:t>！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5_TF78853419_Win32" id="{58577C8C-4A86-4ADE-B226-05EE0F3D760B}" vid="{D839CB4F-7ADA-4170-AA9C-936648A492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{90436641-761D-40A0-B9E0-4D550E9173D5}tf78853419_win32</Template>
  <TotalTime>313</TotalTime>
  <Words>271</Words>
  <Application>Microsoft Office PowerPoint</Application>
  <PresentationFormat>ワイド画面</PresentationFormat>
  <Paragraphs>38</Paragraphs>
  <Slides>5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8" baseType="lpstr">
      <vt:lpstr>Meiryo UI</vt:lpstr>
      <vt:lpstr>Arial</vt:lpstr>
      <vt:lpstr>ユーザー設定</vt:lpstr>
      <vt:lpstr>DIG  プログラミング基礎コース　</vt:lpstr>
      <vt:lpstr>作成するうえで難しかったところ</vt:lpstr>
      <vt:lpstr>PowerPoint プレゼンテーション</vt:lpstr>
      <vt:lpstr>基礎コース全体を通して学んだこと</vt:lpstr>
      <vt:lpstr>ありがとうございました！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  プログラミング基礎　</dc:title>
  <dc:creator>Fukuda, Momoko/福田 桃子</dc:creator>
  <cp:lastModifiedBy>Fukuda, Momoko/福田 桃子</cp:lastModifiedBy>
  <cp:revision>1</cp:revision>
  <dcterms:created xsi:type="dcterms:W3CDTF">2024-12-02T09:46:31Z</dcterms:created>
  <dcterms:modified xsi:type="dcterms:W3CDTF">2024-12-04T01:09:56Z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